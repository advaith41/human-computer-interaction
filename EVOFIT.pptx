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Gotham Bold" charset="1" panose="00000000000000000000"/>
      <p:regular r:id="rId23"/>
    </p:embeddedFont>
    <p:embeddedFont>
      <p:font typeface="Canva Sans" charset="1" panose="020B0503030501040103"/>
      <p:regular r:id="rId24"/>
    </p:embeddedFont>
    <p:embeddedFont>
      <p:font typeface="Gotham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jpeg" Type="http://schemas.openxmlformats.org/officeDocument/2006/relationships/image"/><Relationship Id="rId4" Target="../media/VAGI_9rWV1U.mp4" Type="http://schemas.openxmlformats.org/officeDocument/2006/relationships/video"/><Relationship Id="rId5" Target="../media/VAGI_9rWV1U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jpe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www.figma.com/design/fPV23SgA9CcWcc5evMrFHO/Group-8-High-Fidelity-Prototype?node-id=116-300&amp;t=fWn2HbITy66AP43p-0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5877" y="7632804"/>
            <a:ext cx="3086100" cy="665111"/>
            <a:chOff x="0" y="0"/>
            <a:chExt cx="812800" cy="175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75173"/>
            </a:xfrm>
            <a:custGeom>
              <a:avLst/>
              <a:gdLst/>
              <a:ahLst/>
              <a:cxnLst/>
              <a:rect r="r" b="b" t="t" l="l"/>
              <a:pathLst>
                <a:path h="175173" w="812800">
                  <a:moveTo>
                    <a:pt x="87587" y="0"/>
                  </a:moveTo>
                  <a:lnTo>
                    <a:pt x="725213" y="0"/>
                  </a:lnTo>
                  <a:cubicBezTo>
                    <a:pt x="773586" y="0"/>
                    <a:pt x="812800" y="39214"/>
                    <a:pt x="812800" y="87587"/>
                  </a:cubicBezTo>
                  <a:lnTo>
                    <a:pt x="812800" y="87587"/>
                  </a:lnTo>
                  <a:cubicBezTo>
                    <a:pt x="812800" y="135959"/>
                    <a:pt x="773586" y="175173"/>
                    <a:pt x="725213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12800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1222333" y="2472714"/>
            <a:ext cx="3338953" cy="6785586"/>
            <a:chOff x="0" y="0"/>
            <a:chExt cx="5001260" cy="101638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5"/>
              <a:stretch>
                <a:fillRect l="-45" t="0" r="-45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6"/>
              <a:stretch>
                <a:fillRect l="-91" t="0" r="-9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95877" y="2835648"/>
            <a:ext cx="9831145" cy="528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3"/>
              </a:lnSpc>
            </a:pPr>
            <a:r>
              <a:rPr lang="en-US" sz="9125">
                <a:solidFill>
                  <a:srgbClr val="000000"/>
                </a:solidFill>
                <a:latin typeface="Gotham Bold"/>
              </a:rPr>
              <a:t>EvoFit APP</a:t>
            </a:r>
          </a:p>
          <a:p>
            <a:pPr algn="l">
              <a:lnSpc>
                <a:spcPts val="10403"/>
              </a:lnSpc>
            </a:pPr>
            <a:r>
              <a:rPr lang="en-US" sz="9125">
                <a:solidFill>
                  <a:srgbClr val="000000"/>
                </a:solidFill>
                <a:latin typeface="Gotham Bold"/>
              </a:rPr>
              <a:t>High Fidelity Prototype</a:t>
            </a:r>
          </a:p>
          <a:p>
            <a:pPr algn="l">
              <a:lnSpc>
                <a:spcPts val="10403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627713" y="8593189"/>
            <a:ext cx="3086100" cy="665111"/>
            <a:chOff x="0" y="0"/>
            <a:chExt cx="812800" cy="1751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75173"/>
            </a:xfrm>
            <a:custGeom>
              <a:avLst/>
              <a:gdLst/>
              <a:ahLst/>
              <a:cxnLst/>
              <a:rect r="r" b="b" t="t" l="l"/>
              <a:pathLst>
                <a:path h="175173" w="812800">
                  <a:moveTo>
                    <a:pt x="87587" y="0"/>
                  </a:moveTo>
                  <a:lnTo>
                    <a:pt x="725213" y="0"/>
                  </a:lnTo>
                  <a:cubicBezTo>
                    <a:pt x="773586" y="0"/>
                    <a:pt x="812800" y="39214"/>
                    <a:pt x="812800" y="87587"/>
                  </a:cubicBezTo>
                  <a:lnTo>
                    <a:pt x="812800" y="87587"/>
                  </a:lnTo>
                  <a:cubicBezTo>
                    <a:pt x="812800" y="135959"/>
                    <a:pt x="773586" y="175173"/>
                    <a:pt x="725213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12800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88441" y="8593189"/>
            <a:ext cx="3086100" cy="665111"/>
            <a:chOff x="0" y="0"/>
            <a:chExt cx="812800" cy="1751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175173"/>
            </a:xfrm>
            <a:custGeom>
              <a:avLst/>
              <a:gdLst/>
              <a:ahLst/>
              <a:cxnLst/>
              <a:rect r="r" b="b" t="t" l="l"/>
              <a:pathLst>
                <a:path h="175173" w="812800">
                  <a:moveTo>
                    <a:pt x="87587" y="0"/>
                  </a:moveTo>
                  <a:lnTo>
                    <a:pt x="725213" y="0"/>
                  </a:lnTo>
                  <a:cubicBezTo>
                    <a:pt x="773586" y="0"/>
                    <a:pt x="812800" y="39214"/>
                    <a:pt x="812800" y="87587"/>
                  </a:cubicBezTo>
                  <a:lnTo>
                    <a:pt x="812800" y="87587"/>
                  </a:lnTo>
                  <a:cubicBezTo>
                    <a:pt x="812800" y="135959"/>
                    <a:pt x="773586" y="175173"/>
                    <a:pt x="725213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12800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88441" y="7632804"/>
            <a:ext cx="3086100" cy="665111"/>
            <a:chOff x="0" y="0"/>
            <a:chExt cx="812800" cy="1751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175173"/>
            </a:xfrm>
            <a:custGeom>
              <a:avLst/>
              <a:gdLst/>
              <a:ahLst/>
              <a:cxnLst/>
              <a:rect r="r" b="b" t="t" l="l"/>
              <a:pathLst>
                <a:path h="175173" w="812800">
                  <a:moveTo>
                    <a:pt x="87587" y="0"/>
                  </a:moveTo>
                  <a:lnTo>
                    <a:pt x="725213" y="0"/>
                  </a:lnTo>
                  <a:cubicBezTo>
                    <a:pt x="773586" y="0"/>
                    <a:pt x="812800" y="39214"/>
                    <a:pt x="812800" y="87587"/>
                  </a:cubicBezTo>
                  <a:lnTo>
                    <a:pt x="812800" y="87587"/>
                  </a:lnTo>
                  <a:cubicBezTo>
                    <a:pt x="812800" y="135959"/>
                    <a:pt x="773586" y="175173"/>
                    <a:pt x="725213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12800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920610">
            <a:off x="14168820" y="4807240"/>
            <a:ext cx="2336772" cy="4748905"/>
            <a:chOff x="0" y="0"/>
            <a:chExt cx="5001260" cy="101638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5"/>
              <a:stretch>
                <a:fillRect l="-45" t="0" r="-45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7"/>
              <a:stretch>
                <a:fillRect l="-91" t="0" r="-91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39589" y="7805533"/>
            <a:ext cx="246234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Chang Liu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71425" y="8765919"/>
            <a:ext cx="246234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Yueyang Xu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632153" y="8765919"/>
            <a:ext cx="246234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Advaith Kandiraju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632153" y="7805533"/>
            <a:ext cx="246234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Yuan Tao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59640" y="422802"/>
            <a:ext cx="6837546" cy="1228466"/>
            <a:chOff x="0" y="0"/>
            <a:chExt cx="14772725" cy="2654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72725" cy="2654138"/>
            </a:xfrm>
            <a:custGeom>
              <a:avLst/>
              <a:gdLst/>
              <a:ahLst/>
              <a:cxnLst/>
              <a:rect r="r" b="b" t="t" l="l"/>
              <a:pathLst>
                <a:path h="2654138" w="14772725">
                  <a:moveTo>
                    <a:pt x="14648264" y="2654138"/>
                  </a:moveTo>
                  <a:lnTo>
                    <a:pt x="124460" y="2654138"/>
                  </a:lnTo>
                  <a:cubicBezTo>
                    <a:pt x="55880" y="2654138"/>
                    <a:pt x="0" y="2598258"/>
                    <a:pt x="0" y="252967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648266" y="0"/>
                  </a:lnTo>
                  <a:cubicBezTo>
                    <a:pt x="14716844" y="0"/>
                    <a:pt x="14772725" y="55880"/>
                    <a:pt x="14772725" y="124460"/>
                  </a:cubicBezTo>
                  <a:lnTo>
                    <a:pt x="14772725" y="2529678"/>
                  </a:lnTo>
                  <a:cubicBezTo>
                    <a:pt x="14772725" y="2598258"/>
                    <a:pt x="14716844" y="2654138"/>
                    <a:pt x="14648266" y="26541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828800" y="1819371"/>
            <a:ext cx="14630400" cy="8229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035655" y="827485"/>
            <a:ext cx="592747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  <a:spcBef>
                <a:spcPct val="0"/>
              </a:spcBef>
            </a:pPr>
            <a:r>
              <a:rPr lang="en-US" sz="2250">
                <a:solidFill>
                  <a:srgbClr val="E4DEF7"/>
                </a:solidFill>
                <a:latin typeface="Canva Sans"/>
              </a:rPr>
              <a:t>Basic Introduction to EvoFit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055" y="436261"/>
            <a:ext cx="6837546" cy="107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  <a:spcBef>
                <a:spcPct val="0"/>
              </a:spcBef>
            </a:pPr>
            <a:r>
              <a:rPr lang="en-US" sz="6319">
                <a:solidFill>
                  <a:srgbClr val="000000"/>
                </a:solidFill>
                <a:latin typeface="Gotham Bold"/>
              </a:rPr>
              <a:t>Brief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5877" y="8373835"/>
            <a:ext cx="1890981" cy="665111"/>
            <a:chOff x="0" y="0"/>
            <a:chExt cx="498036" cy="175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036" cy="175173"/>
            </a:xfrm>
            <a:custGeom>
              <a:avLst/>
              <a:gdLst/>
              <a:ahLst/>
              <a:cxnLst/>
              <a:rect r="r" b="b" t="t" l="l"/>
              <a:pathLst>
                <a:path h="175173" w="498036">
                  <a:moveTo>
                    <a:pt x="87587" y="0"/>
                  </a:moveTo>
                  <a:lnTo>
                    <a:pt x="410450" y="0"/>
                  </a:lnTo>
                  <a:cubicBezTo>
                    <a:pt x="458822" y="0"/>
                    <a:pt x="498036" y="39214"/>
                    <a:pt x="498036" y="87587"/>
                  </a:cubicBezTo>
                  <a:lnTo>
                    <a:pt x="498036" y="87587"/>
                  </a:lnTo>
                  <a:cubicBezTo>
                    <a:pt x="498036" y="135959"/>
                    <a:pt x="458822" y="175173"/>
                    <a:pt x="410450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98036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-188017" y="3376502"/>
            <a:ext cx="19429969" cy="3871101"/>
            <a:chOff x="0" y="0"/>
            <a:chExt cx="44868027" cy="89392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868027" cy="8939214"/>
            </a:xfrm>
            <a:custGeom>
              <a:avLst/>
              <a:gdLst/>
              <a:ahLst/>
              <a:cxnLst/>
              <a:rect r="r" b="b" t="t" l="l"/>
              <a:pathLst>
                <a:path h="8939214" w="44868027">
                  <a:moveTo>
                    <a:pt x="44743567" y="8939214"/>
                  </a:moveTo>
                  <a:lnTo>
                    <a:pt x="124460" y="8939214"/>
                  </a:lnTo>
                  <a:cubicBezTo>
                    <a:pt x="55880" y="8939214"/>
                    <a:pt x="0" y="8883335"/>
                    <a:pt x="0" y="881475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743567" y="0"/>
                  </a:lnTo>
                  <a:cubicBezTo>
                    <a:pt x="44812148" y="0"/>
                    <a:pt x="44868027" y="55880"/>
                    <a:pt x="44868027" y="124460"/>
                  </a:cubicBezTo>
                  <a:lnTo>
                    <a:pt x="44868027" y="8814754"/>
                  </a:lnTo>
                  <a:cubicBezTo>
                    <a:pt x="44868027" y="8883335"/>
                    <a:pt x="44812148" y="8939214"/>
                    <a:pt x="44743567" y="89392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9657432" y="2073007"/>
            <a:ext cx="3642102" cy="7401661"/>
            <a:chOff x="0" y="0"/>
            <a:chExt cx="5001260" cy="101638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5"/>
              <a:stretch>
                <a:fillRect l="-45" t="0" r="-45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6"/>
              <a:stretch>
                <a:fillRect l="-91" t="0" r="-91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3686085" y="2073007"/>
            <a:ext cx="3642102" cy="7401661"/>
            <a:chOff x="0" y="0"/>
            <a:chExt cx="5001260" cy="10163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5"/>
              <a:stretch>
                <a:fillRect l="-45" t="0" r="-45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7"/>
              <a:stretch>
                <a:fillRect l="-91" t="0" r="-91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939589" y="8546564"/>
            <a:ext cx="131237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Next Slide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051035"/>
            <a:ext cx="7799477" cy="372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4"/>
              </a:lnSpc>
            </a:pPr>
            <a:r>
              <a:rPr lang="en-US" sz="7109">
                <a:solidFill>
                  <a:srgbClr val="FFFFFF"/>
                </a:solidFill>
                <a:latin typeface="Gotham Bold"/>
              </a:rPr>
              <a:t>OPENING PAGE</a:t>
            </a:r>
          </a:p>
          <a:p>
            <a:pPr algn="l">
              <a:lnSpc>
                <a:spcPts val="9954"/>
              </a:lnSpc>
            </a:pPr>
            <a:r>
              <a:rPr lang="en-US" sz="7109">
                <a:solidFill>
                  <a:srgbClr val="FFFFFF"/>
                </a:solidFill>
                <a:latin typeface="Gotham Bold"/>
              </a:rPr>
              <a:t>&amp; LOG IN PAGE</a:t>
            </a:r>
          </a:p>
          <a:p>
            <a:pPr algn="l">
              <a:lnSpc>
                <a:spcPts val="99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2687" y="3258405"/>
            <a:ext cx="19273375" cy="3770191"/>
            <a:chOff x="0" y="0"/>
            <a:chExt cx="41640705" cy="81456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640705" cy="8145611"/>
            </a:xfrm>
            <a:custGeom>
              <a:avLst/>
              <a:gdLst/>
              <a:ahLst/>
              <a:cxnLst/>
              <a:rect r="r" b="b" t="t" l="l"/>
              <a:pathLst>
                <a:path h="8145611" w="41640705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967737" y="1833230"/>
            <a:ext cx="4047070" cy="8224658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91" t="0" r="-9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86858" y="3587115"/>
            <a:ext cx="4328254" cy="299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FFFFFF"/>
                </a:solidFill>
                <a:latin typeface="Gotham Bold"/>
              </a:rPr>
              <a:t>Individual Information</a:t>
            </a:r>
          </a:p>
          <a:p>
            <a:pPr algn="l">
              <a:lnSpc>
                <a:spcPts val="7980"/>
              </a:lnSpc>
              <a:spcBef>
                <a:spcPct val="0"/>
              </a:spcBef>
            </a:pPr>
            <a:r>
              <a:rPr lang="en-US" sz="5700">
                <a:solidFill>
                  <a:srgbClr val="FFFFFF"/>
                </a:solidFill>
                <a:latin typeface="Gotham Bold"/>
              </a:rPr>
              <a:t>Page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95877" y="8373835"/>
            <a:ext cx="1890981" cy="665111"/>
            <a:chOff x="0" y="0"/>
            <a:chExt cx="498036" cy="1751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036" cy="175173"/>
            </a:xfrm>
            <a:custGeom>
              <a:avLst/>
              <a:gdLst/>
              <a:ahLst/>
              <a:cxnLst/>
              <a:rect r="r" b="b" t="t" l="l"/>
              <a:pathLst>
                <a:path h="175173" w="498036">
                  <a:moveTo>
                    <a:pt x="87587" y="0"/>
                  </a:moveTo>
                  <a:lnTo>
                    <a:pt x="410450" y="0"/>
                  </a:lnTo>
                  <a:cubicBezTo>
                    <a:pt x="458822" y="0"/>
                    <a:pt x="498036" y="39214"/>
                    <a:pt x="498036" y="87587"/>
                  </a:cubicBezTo>
                  <a:lnTo>
                    <a:pt x="498036" y="87587"/>
                  </a:lnTo>
                  <a:cubicBezTo>
                    <a:pt x="498036" y="135959"/>
                    <a:pt x="458822" y="175173"/>
                    <a:pt x="410450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98036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9589" y="8546564"/>
            <a:ext cx="131237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Next Slide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87577" y="7049230"/>
            <a:ext cx="19273375" cy="3770191"/>
            <a:chOff x="0" y="0"/>
            <a:chExt cx="41640705" cy="81456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640705" cy="8145611"/>
            </a:xfrm>
            <a:custGeom>
              <a:avLst/>
              <a:gdLst/>
              <a:ahLst/>
              <a:cxnLst/>
              <a:rect r="r" b="b" t="t" l="l"/>
              <a:pathLst>
                <a:path h="8145611" w="41640705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568235" y="1990970"/>
            <a:ext cx="3940280" cy="8007634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91" t="0" r="-9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432252" y="1990970"/>
            <a:ext cx="3940280" cy="8007634"/>
            <a:chOff x="0" y="0"/>
            <a:chExt cx="5001260" cy="10163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t="0" r="-45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91" t="0" r="-9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032" y="1857620"/>
            <a:ext cx="7799477" cy="372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4"/>
              </a:lnSpc>
            </a:pPr>
            <a:r>
              <a:rPr lang="en-US" sz="7109">
                <a:solidFill>
                  <a:srgbClr val="000000"/>
                </a:solidFill>
                <a:latin typeface="Gotham Bold"/>
              </a:rPr>
              <a:t>Preference</a:t>
            </a:r>
          </a:p>
          <a:p>
            <a:pPr algn="l">
              <a:lnSpc>
                <a:spcPts val="9954"/>
              </a:lnSpc>
            </a:pPr>
            <a:r>
              <a:rPr lang="en-US" sz="7109">
                <a:solidFill>
                  <a:srgbClr val="000000"/>
                </a:solidFill>
                <a:latin typeface="Gotham Bold"/>
              </a:rPr>
              <a:t>Setting Page</a:t>
            </a:r>
          </a:p>
          <a:p>
            <a:pPr algn="l">
              <a:lnSpc>
                <a:spcPts val="9954"/>
              </a:lnSpc>
              <a:spcBef>
                <a:spcPct val="0"/>
              </a:spcBef>
            </a:pPr>
            <a:r>
              <a:rPr lang="en-US" sz="7109">
                <a:solidFill>
                  <a:srgbClr val="000000"/>
                </a:solidFill>
                <a:latin typeface="Gotham Bold"/>
              </a:rPr>
              <a:t>(Food &amp; Fitness)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95877" y="8373835"/>
            <a:ext cx="1890981" cy="665111"/>
            <a:chOff x="0" y="0"/>
            <a:chExt cx="498036" cy="1751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8036" cy="175173"/>
            </a:xfrm>
            <a:custGeom>
              <a:avLst/>
              <a:gdLst/>
              <a:ahLst/>
              <a:cxnLst/>
              <a:rect r="r" b="b" t="t" l="l"/>
              <a:pathLst>
                <a:path h="175173" w="498036">
                  <a:moveTo>
                    <a:pt x="87587" y="0"/>
                  </a:moveTo>
                  <a:lnTo>
                    <a:pt x="410450" y="0"/>
                  </a:lnTo>
                  <a:cubicBezTo>
                    <a:pt x="458822" y="0"/>
                    <a:pt x="498036" y="39214"/>
                    <a:pt x="498036" y="87587"/>
                  </a:cubicBezTo>
                  <a:lnTo>
                    <a:pt x="498036" y="87587"/>
                  </a:lnTo>
                  <a:cubicBezTo>
                    <a:pt x="498036" y="135959"/>
                    <a:pt x="458822" y="175173"/>
                    <a:pt x="410450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98036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939589" y="8546564"/>
            <a:ext cx="131237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</a:rPr>
              <a:t>Next Slide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2726" y="3871954"/>
            <a:ext cx="6837546" cy="2553158"/>
            <a:chOff x="0" y="0"/>
            <a:chExt cx="9116729" cy="340421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66256"/>
              <a:ext cx="9116729" cy="1637955"/>
              <a:chOff x="0" y="0"/>
              <a:chExt cx="14772725" cy="265413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477272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4772725">
                    <a:moveTo>
                      <a:pt x="1464826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648266" y="0"/>
                    </a:lnTo>
                    <a:cubicBezTo>
                      <a:pt x="14716844" y="0"/>
                      <a:pt x="14772725" y="55880"/>
                      <a:pt x="14772725" y="124460"/>
                    </a:cubicBezTo>
                    <a:lnTo>
                      <a:pt x="14772725" y="2529678"/>
                    </a:lnTo>
                    <a:cubicBezTo>
                      <a:pt x="14772725" y="2598258"/>
                      <a:pt x="14716844" y="2654138"/>
                      <a:pt x="14648266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606713" y="2318533"/>
              <a:ext cx="790330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E4DEF7"/>
                  </a:solidFill>
                  <a:latin typeface="Canva Sans"/>
                </a:rPr>
                <a:t>Find what you like.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9116729" cy="139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47"/>
                </a:lnSpc>
                <a:spcBef>
                  <a:spcPct val="0"/>
                </a:spcBef>
              </a:pPr>
              <a:r>
                <a:rPr lang="en-US" sz="6319">
                  <a:solidFill>
                    <a:srgbClr val="000000"/>
                  </a:solidFill>
                  <a:latin typeface="Gotham Bold"/>
                </a:rPr>
                <a:t>Homepage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45581" y="0"/>
            <a:ext cx="8642419" cy="10287000"/>
          </a:xfrm>
          <a:custGeom>
            <a:avLst/>
            <a:gdLst/>
            <a:ahLst/>
            <a:cxnLst/>
            <a:rect r="r" b="b" t="t" l="l"/>
            <a:pathLst>
              <a:path h="10287000" w="8642419">
                <a:moveTo>
                  <a:pt x="0" y="0"/>
                </a:moveTo>
                <a:lnTo>
                  <a:pt x="8642419" y="0"/>
                </a:lnTo>
                <a:lnTo>
                  <a:pt x="86424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827" t="0" r="-44828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695235" y="1385930"/>
            <a:ext cx="3702894" cy="7525206"/>
            <a:chOff x="0" y="0"/>
            <a:chExt cx="5001260" cy="10163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4"/>
              <a:stretch>
                <a:fillRect l="-45" t="0" r="-45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91" t="0" r="-91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95877" y="8373835"/>
            <a:ext cx="1890981" cy="665111"/>
            <a:chOff x="0" y="0"/>
            <a:chExt cx="498036" cy="1751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036" cy="175173"/>
            </a:xfrm>
            <a:custGeom>
              <a:avLst/>
              <a:gdLst/>
              <a:ahLst/>
              <a:cxnLst/>
              <a:rect r="r" b="b" t="t" l="l"/>
              <a:pathLst>
                <a:path h="175173" w="498036">
                  <a:moveTo>
                    <a:pt x="87587" y="0"/>
                  </a:moveTo>
                  <a:lnTo>
                    <a:pt x="410450" y="0"/>
                  </a:lnTo>
                  <a:cubicBezTo>
                    <a:pt x="458822" y="0"/>
                    <a:pt x="498036" y="39214"/>
                    <a:pt x="498036" y="87587"/>
                  </a:cubicBezTo>
                  <a:lnTo>
                    <a:pt x="498036" y="87587"/>
                  </a:lnTo>
                  <a:cubicBezTo>
                    <a:pt x="498036" y="135959"/>
                    <a:pt x="458822" y="175173"/>
                    <a:pt x="410450" y="175173"/>
                  </a:cubicBezTo>
                  <a:lnTo>
                    <a:pt x="87587" y="175173"/>
                  </a:lnTo>
                  <a:cubicBezTo>
                    <a:pt x="39214" y="175173"/>
                    <a:pt x="0" y="135959"/>
                    <a:pt x="0" y="87587"/>
                  </a:cubicBezTo>
                  <a:lnTo>
                    <a:pt x="0" y="87587"/>
                  </a:lnTo>
                  <a:cubicBezTo>
                    <a:pt x="0" y="39214"/>
                    <a:pt x="39214" y="0"/>
                    <a:pt x="87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98036" cy="20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39589" y="8546564"/>
            <a:ext cx="131237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Next Slide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8961018" y="1792505"/>
            <a:ext cx="3960022" cy="7835583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39" t="0" r="-39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3108576" y="1792505"/>
            <a:ext cx="3960022" cy="7835583"/>
            <a:chOff x="0" y="0"/>
            <a:chExt cx="2620010" cy="5184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9" t="0" r="-39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332559" y="3355604"/>
            <a:ext cx="7750027" cy="2893881"/>
            <a:chOff x="0" y="0"/>
            <a:chExt cx="10333370" cy="3858508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2001965"/>
              <a:ext cx="10333370" cy="1856543"/>
              <a:chOff x="0" y="0"/>
              <a:chExt cx="14772725" cy="265413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477272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4772725">
                    <a:moveTo>
                      <a:pt x="1464826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648266" y="0"/>
                    </a:lnTo>
                    <a:cubicBezTo>
                      <a:pt x="14716844" y="0"/>
                      <a:pt x="14772725" y="55880"/>
                      <a:pt x="14772725" y="124460"/>
                    </a:cubicBezTo>
                    <a:lnTo>
                      <a:pt x="14772725" y="2529678"/>
                    </a:lnTo>
                    <a:cubicBezTo>
                      <a:pt x="14772725" y="2598258"/>
                      <a:pt x="14716844" y="2654138"/>
                      <a:pt x="14648266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687679" y="2623504"/>
              <a:ext cx="8958011" cy="565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70"/>
                </a:lnSpc>
                <a:spcBef>
                  <a:spcPct val="0"/>
                </a:spcBef>
              </a:pPr>
              <a:r>
                <a:rPr lang="en-US" sz="2550">
                  <a:solidFill>
                    <a:srgbClr val="E4DEF7"/>
                  </a:solidFill>
                  <a:latin typeface="Canva Sans"/>
                </a:rPr>
                <a:t>Learn, Practice, Master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-142875"/>
              <a:ext cx="10333370" cy="1584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28"/>
                </a:lnSpc>
                <a:spcBef>
                  <a:spcPct val="0"/>
                </a:spcBef>
              </a:pPr>
              <a:r>
                <a:rPr lang="en-US" sz="7163">
                  <a:solidFill>
                    <a:srgbClr val="000000"/>
                  </a:solidFill>
                  <a:latin typeface="Gotham Bold"/>
                </a:rPr>
                <a:t>Lesson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610600" y="2164451"/>
            <a:ext cx="3779099" cy="7477596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9" t="0" r="-39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8630488" y="2220303"/>
            <a:ext cx="3750872" cy="7421744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9" t="0" r="-39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32559" y="3355604"/>
            <a:ext cx="7780091" cy="2905107"/>
            <a:chOff x="0" y="0"/>
            <a:chExt cx="10373455" cy="3873475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2009731"/>
              <a:ext cx="10373455" cy="1863744"/>
              <a:chOff x="0" y="0"/>
              <a:chExt cx="14772725" cy="265413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477272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4772725">
                    <a:moveTo>
                      <a:pt x="1464826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648266" y="0"/>
                    </a:lnTo>
                    <a:cubicBezTo>
                      <a:pt x="14716844" y="0"/>
                      <a:pt x="14772725" y="55880"/>
                      <a:pt x="14772725" y="124460"/>
                    </a:cubicBezTo>
                    <a:lnTo>
                      <a:pt x="14772725" y="2529678"/>
                    </a:lnTo>
                    <a:cubicBezTo>
                      <a:pt x="14772725" y="2598258"/>
                      <a:pt x="14716844" y="2654138"/>
                      <a:pt x="14648266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690347" y="2633866"/>
              <a:ext cx="8992761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Connect, Share, Grow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-133350"/>
              <a:ext cx="10373455" cy="158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Community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610600" y="2164451"/>
            <a:ext cx="3779099" cy="7477596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026" t="0" r="-1026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8630488" y="2220303"/>
            <a:ext cx="3750872" cy="7421744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1213" t="0" r="-1213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32559" y="3355604"/>
            <a:ext cx="7780091" cy="2905107"/>
            <a:chOff x="0" y="0"/>
            <a:chExt cx="10373455" cy="3873475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2009731"/>
              <a:ext cx="10373455" cy="1863744"/>
              <a:chOff x="0" y="0"/>
              <a:chExt cx="14772725" cy="265413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477272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4772725">
                    <a:moveTo>
                      <a:pt x="1464826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648266" y="0"/>
                    </a:lnTo>
                    <a:cubicBezTo>
                      <a:pt x="14716844" y="0"/>
                      <a:pt x="14772725" y="55880"/>
                      <a:pt x="14772725" y="124460"/>
                    </a:cubicBezTo>
                    <a:lnTo>
                      <a:pt x="14772725" y="2529678"/>
                    </a:lnTo>
                    <a:cubicBezTo>
                      <a:pt x="14772725" y="2598258"/>
                      <a:pt x="14716844" y="2654138"/>
                      <a:pt x="14648266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690347" y="2633866"/>
              <a:ext cx="8992761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Focus, Build, Repeat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-133350"/>
              <a:ext cx="10373455" cy="158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Focus Area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32559" y="3355604"/>
            <a:ext cx="5860738" cy="2905107"/>
            <a:chOff x="0" y="0"/>
            <a:chExt cx="7814317" cy="387347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2009731"/>
              <a:ext cx="7814317" cy="1863744"/>
              <a:chOff x="0" y="0"/>
              <a:chExt cx="11128285" cy="265413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12828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1128285">
                    <a:moveTo>
                      <a:pt x="1100382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003825" y="0"/>
                    </a:lnTo>
                    <a:cubicBezTo>
                      <a:pt x="11072405" y="0"/>
                      <a:pt x="11128285" y="55880"/>
                      <a:pt x="11128285" y="124460"/>
                    </a:cubicBezTo>
                    <a:lnTo>
                      <a:pt x="11128285" y="2529678"/>
                    </a:lnTo>
                    <a:cubicBezTo>
                      <a:pt x="11128285" y="2598258"/>
                      <a:pt x="11072405" y="2654138"/>
                      <a:pt x="11003825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520038" y="2633866"/>
              <a:ext cx="6774241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Focus, Build, Repeat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33350"/>
              <a:ext cx="7814317" cy="158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Focus Area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0987583" y="2279976"/>
            <a:ext cx="3750872" cy="7421744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213" t="0" r="-1213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4186793" y="2164451"/>
            <a:ext cx="3779099" cy="7477596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957" t="0" r="-957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32559" y="3355604"/>
            <a:ext cx="5860738" cy="2905107"/>
            <a:chOff x="0" y="0"/>
            <a:chExt cx="7814317" cy="3873475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2009731"/>
              <a:ext cx="7814317" cy="1863744"/>
              <a:chOff x="0" y="0"/>
              <a:chExt cx="11128285" cy="265413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112828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1128285">
                    <a:moveTo>
                      <a:pt x="1100382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003825" y="0"/>
                    </a:lnTo>
                    <a:cubicBezTo>
                      <a:pt x="11072405" y="0"/>
                      <a:pt x="11128285" y="55880"/>
                      <a:pt x="11128285" y="124460"/>
                    </a:cubicBezTo>
                    <a:lnTo>
                      <a:pt x="11128285" y="2529678"/>
                    </a:lnTo>
                    <a:cubicBezTo>
                      <a:pt x="11128285" y="2598258"/>
                      <a:pt x="11072405" y="2654138"/>
                      <a:pt x="11003825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520038" y="2633866"/>
              <a:ext cx="6774241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Focus, Build, Repeat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133350"/>
              <a:ext cx="7814317" cy="158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Focus Area</a:t>
              </a:r>
            </a:p>
          </p:txBody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0299582" y="2164451"/>
            <a:ext cx="3779099" cy="7477596"/>
            <a:chOff x="0" y="0"/>
            <a:chExt cx="2620010" cy="5184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697" t="0" r="-697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6412372" y="2164451"/>
            <a:ext cx="3779099" cy="7477596"/>
            <a:chOff x="0" y="0"/>
            <a:chExt cx="2620010" cy="51841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168" t="0" r="-1168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610600" y="2164451"/>
            <a:ext cx="3779099" cy="7477596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47" t="0" r="-347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32559" y="2721580"/>
            <a:ext cx="7647871" cy="4173153"/>
            <a:chOff x="0" y="0"/>
            <a:chExt cx="10197162" cy="556420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3700460"/>
              <a:ext cx="10197162" cy="1863744"/>
              <a:chOff x="0" y="0"/>
              <a:chExt cx="14521668" cy="265413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521669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4521669">
                    <a:moveTo>
                      <a:pt x="14397208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397208" y="0"/>
                    </a:lnTo>
                    <a:cubicBezTo>
                      <a:pt x="14465788" y="0"/>
                      <a:pt x="14521669" y="55880"/>
                      <a:pt x="14521669" y="124460"/>
                    </a:cubicBezTo>
                    <a:lnTo>
                      <a:pt x="14521669" y="2529678"/>
                    </a:lnTo>
                    <a:cubicBezTo>
                      <a:pt x="14521669" y="2598258"/>
                      <a:pt x="14465788" y="2654138"/>
                      <a:pt x="14397208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678615" y="4324595"/>
              <a:ext cx="8839932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Discover, Explore, Optimize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133350"/>
              <a:ext cx="10197162" cy="3271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AI-Powered Search</a:t>
              </a:r>
            </a:p>
          </p:txBody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8616375" y="2164451"/>
            <a:ext cx="3779099" cy="7477596"/>
            <a:chOff x="0" y="0"/>
            <a:chExt cx="2620010" cy="5184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7" r="0" b="-127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4186793" y="2164451"/>
            <a:ext cx="3779099" cy="7477596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82" r="0" b="-482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32559" y="2721580"/>
            <a:ext cx="5860738" cy="4173153"/>
            <a:chOff x="0" y="0"/>
            <a:chExt cx="7814317" cy="556420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3700460"/>
              <a:ext cx="7814317" cy="1863744"/>
              <a:chOff x="0" y="0"/>
              <a:chExt cx="11128285" cy="265413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112828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1128285">
                    <a:moveTo>
                      <a:pt x="1100382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003825" y="0"/>
                    </a:lnTo>
                    <a:cubicBezTo>
                      <a:pt x="11072405" y="0"/>
                      <a:pt x="11128285" y="55880"/>
                      <a:pt x="11128285" y="124460"/>
                    </a:cubicBezTo>
                    <a:lnTo>
                      <a:pt x="11128285" y="2529678"/>
                    </a:lnTo>
                    <a:cubicBezTo>
                      <a:pt x="11128285" y="2598258"/>
                      <a:pt x="11072405" y="2654138"/>
                      <a:pt x="11003825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520038" y="4324595"/>
              <a:ext cx="6774241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Optimize your experience. 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133350"/>
              <a:ext cx="7814317" cy="3271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AI-Powered Search</a:t>
              </a:r>
            </a:p>
          </p:txBody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0299582" y="2164451"/>
            <a:ext cx="3779099" cy="7477596"/>
            <a:chOff x="0" y="0"/>
            <a:chExt cx="2620010" cy="5184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456" t="0" r="-456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6412372" y="2164451"/>
            <a:ext cx="3779099" cy="7477596"/>
            <a:chOff x="0" y="0"/>
            <a:chExt cx="2620010" cy="51841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83" t="0" r="-183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610600" y="2164451"/>
            <a:ext cx="3779099" cy="7477596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70" r="0" b="-27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32559" y="2721580"/>
            <a:ext cx="7780091" cy="4173153"/>
            <a:chOff x="0" y="0"/>
            <a:chExt cx="10373455" cy="556420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3700460"/>
              <a:ext cx="10373455" cy="1863744"/>
              <a:chOff x="0" y="0"/>
              <a:chExt cx="14772725" cy="265413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77272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4772725">
                    <a:moveTo>
                      <a:pt x="1464826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648266" y="0"/>
                    </a:lnTo>
                    <a:cubicBezTo>
                      <a:pt x="14716844" y="0"/>
                      <a:pt x="14772725" y="55880"/>
                      <a:pt x="14772725" y="124460"/>
                    </a:cubicBezTo>
                    <a:lnTo>
                      <a:pt x="14772725" y="2529678"/>
                    </a:lnTo>
                    <a:cubicBezTo>
                      <a:pt x="14772725" y="2598258"/>
                      <a:pt x="14716844" y="2654138"/>
                      <a:pt x="14648266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690347" y="4324595"/>
              <a:ext cx="8992761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Provide feedback. 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133350"/>
              <a:ext cx="10373455" cy="3271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AI-Powered Search</a:t>
              </a:r>
            </a:p>
          </p:txBody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8616375" y="2164451"/>
            <a:ext cx="3779099" cy="7477596"/>
            <a:chOff x="0" y="0"/>
            <a:chExt cx="2620010" cy="5184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17" r="0" b="-317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24141">
            <a:off x="-303768" y="-1427523"/>
            <a:ext cx="4544240" cy="5877852"/>
            <a:chOff x="0" y="0"/>
            <a:chExt cx="665246" cy="860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89515" y="910963"/>
            <a:ext cx="1432818" cy="492746"/>
            <a:chOff x="0" y="0"/>
            <a:chExt cx="377368" cy="12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1990" y="910963"/>
            <a:ext cx="1432818" cy="492746"/>
            <a:chOff x="0" y="0"/>
            <a:chExt cx="377368" cy="12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0384" y="910963"/>
            <a:ext cx="1432818" cy="492746"/>
            <a:chOff x="0" y="0"/>
            <a:chExt cx="377368" cy="12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368" cy="129777"/>
            </a:xfrm>
            <a:custGeom>
              <a:avLst/>
              <a:gdLst/>
              <a:ahLst/>
              <a:cxnLst/>
              <a:rect r="r" b="b" t="t" l="l"/>
              <a:pathLst>
                <a:path h="129777" w="377368">
                  <a:moveTo>
                    <a:pt x="64888" y="0"/>
                  </a:moveTo>
                  <a:lnTo>
                    <a:pt x="312479" y="0"/>
                  </a:lnTo>
                  <a:cubicBezTo>
                    <a:pt x="348316" y="0"/>
                    <a:pt x="377368" y="29051"/>
                    <a:pt x="377368" y="64888"/>
                  </a:cubicBezTo>
                  <a:lnTo>
                    <a:pt x="377368" y="64888"/>
                  </a:lnTo>
                  <a:cubicBezTo>
                    <a:pt x="377368" y="82098"/>
                    <a:pt x="370531" y="98602"/>
                    <a:pt x="358362" y="110771"/>
                  </a:cubicBezTo>
                  <a:cubicBezTo>
                    <a:pt x="346193" y="122940"/>
                    <a:pt x="329689" y="129777"/>
                    <a:pt x="312479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368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6102" y="910963"/>
            <a:ext cx="1846138" cy="492746"/>
            <a:chOff x="0" y="0"/>
            <a:chExt cx="486226" cy="12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226" cy="129777"/>
            </a:xfrm>
            <a:custGeom>
              <a:avLst/>
              <a:gdLst/>
              <a:ahLst/>
              <a:cxnLst/>
              <a:rect r="r" b="b" t="t" l="l"/>
              <a:pathLst>
                <a:path h="129777" w="486226">
                  <a:moveTo>
                    <a:pt x="64888" y="0"/>
                  </a:moveTo>
                  <a:lnTo>
                    <a:pt x="421337" y="0"/>
                  </a:lnTo>
                  <a:cubicBezTo>
                    <a:pt x="457174" y="0"/>
                    <a:pt x="486226" y="29051"/>
                    <a:pt x="486226" y="64888"/>
                  </a:cubicBezTo>
                  <a:lnTo>
                    <a:pt x="486226" y="64888"/>
                  </a:lnTo>
                  <a:cubicBezTo>
                    <a:pt x="486226" y="82098"/>
                    <a:pt x="479389" y="98602"/>
                    <a:pt x="467220" y="110771"/>
                  </a:cubicBezTo>
                  <a:cubicBezTo>
                    <a:pt x="455051" y="122940"/>
                    <a:pt x="438547" y="129777"/>
                    <a:pt x="421337" y="129777"/>
                  </a:cubicBezTo>
                  <a:lnTo>
                    <a:pt x="64888" y="129777"/>
                  </a:lnTo>
                  <a:cubicBezTo>
                    <a:pt x="29051" y="129777"/>
                    <a:pt x="0" y="100725"/>
                    <a:pt x="0" y="64888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6226" cy="1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5877" y="838677"/>
            <a:ext cx="619768" cy="458628"/>
          </a:xfrm>
          <a:custGeom>
            <a:avLst/>
            <a:gdLst/>
            <a:ahLst/>
            <a:cxnLst/>
            <a:rect r="r" b="b" t="t" l="l"/>
            <a:pathLst>
              <a:path h="458628" w="619768">
                <a:moveTo>
                  <a:pt x="0" y="0"/>
                </a:moveTo>
                <a:lnTo>
                  <a:pt x="619768" y="0"/>
                </a:lnTo>
                <a:lnTo>
                  <a:pt x="619768" y="458628"/>
                </a:lnTo>
                <a:lnTo>
                  <a:pt x="0" y="458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32559" y="2721580"/>
            <a:ext cx="7780091" cy="4173153"/>
            <a:chOff x="0" y="0"/>
            <a:chExt cx="10373455" cy="556420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3700460"/>
              <a:ext cx="10373455" cy="1863744"/>
              <a:chOff x="0" y="0"/>
              <a:chExt cx="14772725" cy="265413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772725" cy="2654138"/>
              </a:xfrm>
              <a:custGeom>
                <a:avLst/>
                <a:gdLst/>
                <a:ahLst/>
                <a:cxnLst/>
                <a:rect r="r" b="b" t="t" l="l"/>
                <a:pathLst>
                  <a:path h="2654138" w="14772725">
                    <a:moveTo>
                      <a:pt x="14648264" y="2654138"/>
                    </a:moveTo>
                    <a:lnTo>
                      <a:pt x="124460" y="2654138"/>
                    </a:lnTo>
                    <a:cubicBezTo>
                      <a:pt x="55880" y="2654138"/>
                      <a:pt x="0" y="2598258"/>
                      <a:pt x="0" y="252967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648266" y="0"/>
                    </a:lnTo>
                    <a:cubicBezTo>
                      <a:pt x="14716844" y="0"/>
                      <a:pt x="14772725" y="55880"/>
                      <a:pt x="14772725" y="124460"/>
                    </a:cubicBezTo>
                    <a:lnTo>
                      <a:pt x="14772725" y="2529678"/>
                    </a:lnTo>
                    <a:cubicBezTo>
                      <a:pt x="14772725" y="2598258"/>
                      <a:pt x="14716844" y="2654138"/>
                      <a:pt x="14648266" y="265413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690347" y="4324595"/>
              <a:ext cx="8992761" cy="56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E4DEF7"/>
                  </a:solidFill>
                  <a:latin typeface="Canva Sans"/>
                </a:rPr>
                <a:t>Discover personalized analysis.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33350"/>
              <a:ext cx="10373455" cy="3271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67"/>
                </a:lnSpc>
                <a:spcBef>
                  <a:spcPct val="0"/>
                </a:spcBef>
              </a:pPr>
              <a:r>
                <a:rPr lang="en-US" sz="7191">
                  <a:solidFill>
                    <a:srgbClr val="000000"/>
                  </a:solidFill>
                  <a:latin typeface="Gotham Bold"/>
                </a:rPr>
                <a:t>AI-Powered Search</a:t>
              </a: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3313141" y="2164451"/>
            <a:ext cx="3779099" cy="7477596"/>
            <a:chOff x="0" y="0"/>
            <a:chExt cx="2620010" cy="51841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564" t="0" r="-564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368045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EVOFIT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91471" y="1000125"/>
            <a:ext cx="99276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Home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35161" y="1000125"/>
            <a:ext cx="13832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AI help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49537" y="1000125"/>
            <a:ext cx="115366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Service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51211" y="1000125"/>
            <a:ext cx="18769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</a:rPr>
              <a:t>Get in Touch</a:t>
            </a:r>
          </a:p>
        </p:txBody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9235709" y="2164451"/>
            <a:ext cx="3779099" cy="7477596"/>
            <a:chOff x="0" y="0"/>
            <a:chExt cx="2620010" cy="5184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7" r="0" b="-127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7314" y="3716539"/>
            <a:ext cx="14952929" cy="357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7"/>
              </a:lnSpc>
            </a:pPr>
            <a:r>
              <a:rPr lang="en-US" sz="7191">
                <a:solidFill>
                  <a:srgbClr val="000000"/>
                </a:solidFill>
                <a:latin typeface="Gotham Bold"/>
              </a:rPr>
              <a:t>Link to Figma:</a:t>
            </a:r>
          </a:p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Gotham Bold"/>
                <a:hlinkClick r:id="rId3" tooltip="https://www.figma.com/design/fPV23SgA9CcWcc5evMrFHO/Group-8-High-Fidelity-Prototype?node-id=116-300&amp;t=fWn2HbITy66AP43p-0"/>
              </a:rPr>
              <a:t>https://www.figma.com/design/fPV23SgA9CcWcc5evMrFHO/Untitled?node-id=0-1&amp;t=miM7nXc15EjMkt0h-0</a:t>
            </a:r>
            <a:r>
              <a:rPr lang="en-US" sz="3000">
                <a:solidFill>
                  <a:srgbClr val="000000"/>
                </a:solidFill>
                <a:latin typeface="Gotham"/>
              </a:rPr>
              <a:t> </a:t>
            </a:r>
          </a:p>
          <a:p>
            <a:pPr algn="l">
              <a:lnSpc>
                <a:spcPts val="100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53281" y="4506172"/>
            <a:ext cx="798143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000">
                <a:solidFill>
                  <a:srgbClr val="000000"/>
                </a:solidFill>
                <a:latin typeface="Gotham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22922" y="4265374"/>
            <a:ext cx="4824656" cy="1224546"/>
            <a:chOff x="0" y="0"/>
            <a:chExt cx="1270691" cy="322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0691" cy="322514"/>
            </a:xfrm>
            <a:custGeom>
              <a:avLst/>
              <a:gdLst/>
              <a:ahLst/>
              <a:cxnLst/>
              <a:rect r="r" b="b" t="t" l="l"/>
              <a:pathLst>
                <a:path h="322514" w="1270691">
                  <a:moveTo>
                    <a:pt x="160466" y="0"/>
                  </a:moveTo>
                  <a:lnTo>
                    <a:pt x="1110225" y="0"/>
                  </a:lnTo>
                  <a:cubicBezTo>
                    <a:pt x="1198848" y="0"/>
                    <a:pt x="1270691" y="71843"/>
                    <a:pt x="1270691" y="160466"/>
                  </a:cubicBezTo>
                  <a:lnTo>
                    <a:pt x="1270691" y="162048"/>
                  </a:lnTo>
                  <a:cubicBezTo>
                    <a:pt x="1270691" y="204607"/>
                    <a:pt x="1253785" y="245422"/>
                    <a:pt x="1223692" y="275515"/>
                  </a:cubicBezTo>
                  <a:cubicBezTo>
                    <a:pt x="1193599" y="305608"/>
                    <a:pt x="1152784" y="322514"/>
                    <a:pt x="1110225" y="322514"/>
                  </a:cubicBezTo>
                  <a:lnTo>
                    <a:pt x="160466" y="322514"/>
                  </a:lnTo>
                  <a:cubicBezTo>
                    <a:pt x="71843" y="322514"/>
                    <a:pt x="0" y="250671"/>
                    <a:pt x="0" y="162048"/>
                  </a:cubicBezTo>
                  <a:lnTo>
                    <a:pt x="0" y="160466"/>
                  </a:lnTo>
                  <a:cubicBezTo>
                    <a:pt x="0" y="71843"/>
                    <a:pt x="71843" y="0"/>
                    <a:pt x="1604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70691" cy="351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80997">
            <a:off x="10862596" y="3597860"/>
            <a:ext cx="1369964" cy="1440688"/>
          </a:xfrm>
          <a:custGeom>
            <a:avLst/>
            <a:gdLst/>
            <a:ahLst/>
            <a:cxnLst/>
            <a:rect r="r" b="b" t="t" l="l"/>
            <a:pathLst>
              <a:path h="1440688" w="1369964">
                <a:moveTo>
                  <a:pt x="0" y="0"/>
                </a:moveTo>
                <a:lnTo>
                  <a:pt x="1369964" y="0"/>
                </a:lnTo>
                <a:lnTo>
                  <a:pt x="1369964" y="1440688"/>
                </a:lnTo>
                <a:lnTo>
                  <a:pt x="0" y="144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DAGIOUt6OOE</dc:identifier>
  <dcterms:modified xsi:type="dcterms:W3CDTF">2011-08-01T06:04:30Z</dcterms:modified>
  <cp:revision>1</cp:revision>
  <dc:title>EVOFIT</dc:title>
</cp:coreProperties>
</file>